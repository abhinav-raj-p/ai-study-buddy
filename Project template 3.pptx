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7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68" r:id="rId12"/>
    <p:sldId id="2146847055" r:id="rId13"/>
    <p:sldId id="269" r:id="rId14"/>
    <p:sldId id="2146847058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1/22/2026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1/22/2026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1/22/2026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1/22/2026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1/22/2026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treamlit.io/" TargetMode="External"/><Relationship Id="rId2" Type="http://schemas.openxmlformats.org/officeDocument/2006/relationships/hyperlink" Target="https://huggingface.co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learn.org/stable/supervised_learning.html" TargetMode="External"/><Relationship Id="rId4" Type="http://schemas.openxmlformats.org/officeDocument/2006/relationships/hyperlink" Target="https://www.python.org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2196" y="4058588"/>
            <a:ext cx="798018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 M NANTHINI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 XYZ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CSE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6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14F04E-6F49-1ECF-2A47-F63BBF04A3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345402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B1088C-89EA-3F94-B807-2B09819E8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3315522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CDFCCA-3998-2A0E-AE71-80AFE8A15F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847540"/>
            <a:ext cx="4710475" cy="416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CE0E30-F38C-D82A-6AE5-ECF63EAB5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933" y="2990334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9C82B0-CBA2-0FD2-0400-979E31AC4978}"/>
              </a:ext>
            </a:extLst>
          </p:cNvPr>
          <p:cNvSpPr txBox="1"/>
          <p:nvPr/>
        </p:nvSpPr>
        <p:spPr>
          <a:xfrm>
            <a:off x="668866" y="15256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Hugging Face – The AI community building the future.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8E3FB-22A7-E0B8-4581-182B6AF5A531}"/>
              </a:ext>
            </a:extLst>
          </p:cNvPr>
          <p:cNvSpPr txBox="1"/>
          <p:nvPr/>
        </p:nvSpPr>
        <p:spPr>
          <a:xfrm>
            <a:off x="668866" y="21182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hlinkClick r:id="rId3"/>
              </a:rPr>
              <a:t>Streamlit</a:t>
            </a:r>
            <a:r>
              <a:rPr lang="en-US" dirty="0">
                <a:hlinkClick r:id="rId3"/>
              </a:rPr>
              <a:t> • A faster way to build and share data apps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AED30D-1BDE-D15E-24BF-CDF91FB17E3B}"/>
              </a:ext>
            </a:extLst>
          </p:cNvPr>
          <p:cNvSpPr txBox="1"/>
          <p:nvPr/>
        </p:nvSpPr>
        <p:spPr>
          <a:xfrm>
            <a:off x="668866" y="27109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Welcome to Python.org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239F6C-608D-FFC0-AE73-B5FE2296234F}"/>
              </a:ext>
            </a:extLst>
          </p:cNvPr>
          <p:cNvSpPr txBox="1"/>
          <p:nvPr/>
        </p:nvSpPr>
        <p:spPr>
          <a:xfrm>
            <a:off x="668866" y="33035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1. Supervised learning — scikit-learn 1.8.0 documentation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Github</a:t>
            </a:r>
            <a:r>
              <a:rPr lang="en-IN" dirty="0"/>
              <a:t> Link :</a:t>
            </a:r>
          </a:p>
          <a:p>
            <a:r>
              <a:rPr lang="en-IN" dirty="0"/>
              <a:t>Deployment Link: </a:t>
            </a:r>
            <a:r>
              <a:rPr lang="en-IN" dirty="0" err="1"/>
              <a:t>Streamlit</a:t>
            </a:r>
            <a:r>
              <a:rPr lang="en-IN" dirty="0"/>
              <a:t> or </a:t>
            </a:r>
            <a:r>
              <a:rPr lang="en-IN" dirty="0" err="1"/>
              <a:t>gradio</a:t>
            </a:r>
            <a:r>
              <a:rPr lang="en-IN" dirty="0"/>
              <a:t>  links</a:t>
            </a:r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1037</TotalTime>
  <Words>110</Words>
  <Application>Microsoft Office PowerPoint</Application>
  <PresentationFormat>Widescreen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Project title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Conclusion</vt:lpstr>
      <vt:lpstr>PowerPoint Presentation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Channabasava Yadav</cp:lastModifiedBy>
  <cp:revision>37</cp:revision>
  <dcterms:created xsi:type="dcterms:W3CDTF">2021-05-26T16:50:10Z</dcterms:created>
  <dcterms:modified xsi:type="dcterms:W3CDTF">2026-01-22T06:13:16Z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